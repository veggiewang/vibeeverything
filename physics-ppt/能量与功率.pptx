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能量与功率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物理学基础概念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88888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能量 (Energy)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物体做功的能力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动能: </a:t>
            </a:r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 = ½mv²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单位: 焦耳 (J)</a:t>
            </a:r>
            <a:endParaRPr lang="en-US" sz="1100" dirty="0"/>
          </a:p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标量, 只有大小没有方向</a:t>
            </a:r>
            <a:endParaRPr lang="en-US" sz="1100" dirty="0"/>
          </a:p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形式: 动能、势能、热能等</a:t>
            </a:r>
            <a:endParaRPr lang="en-US" sz="1100" dirty="0"/>
          </a:p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守恒定律: 能量不会凭空产生或消失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88888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功率 (Power)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6384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做功的快慢 (能量转化速率)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24028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公式: </a:t>
            </a:r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W/t = Fv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单位: 瓦特 (W) = J/s</a:t>
            </a:r>
            <a:endParaRPr lang="en-US" sz="1100" dirty="0"/>
          </a:p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标量, 描述能量转化快慢</a:t>
            </a:r>
            <a:endParaRPr lang="en-US" sz="1100" dirty="0"/>
          </a:p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常见单位: 千瓦(kW)、马力(hp)</a:t>
            </a:r>
            <a:endParaRPr lang="en-US" sz="1100" dirty="0"/>
          </a:p>
          <a:p>
            <a:pPr>
              <a:lnSpc>
                <a:spcPts val="2200"/>
              </a:lnSpc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1马力 ≈ 746瓦特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关键关系: 功率 = 能量 ÷ 时间  |  功 = 力 × 位移  |  能量守恒是物理学基本定律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能量与功率</dc:title>
  <dc:subject>物理学基础概念</dc:subject>
  <dc:creator>Claude</dc:creator>
  <cp:lastModifiedBy>Claude</cp:lastModifiedBy>
  <cp:revision>1</cp:revision>
  <dcterms:created xsi:type="dcterms:W3CDTF">2026-02-03T06:37:23Z</dcterms:created>
  <dcterms:modified xsi:type="dcterms:W3CDTF">2026-02-03T06:37:23Z</dcterms:modified>
</cp:coreProperties>
</file>